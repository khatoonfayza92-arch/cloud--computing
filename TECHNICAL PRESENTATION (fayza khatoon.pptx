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4291" y="2606039"/>
            <a:ext cx="275971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903" y="1330226"/>
            <a:ext cx="9872614" cy="183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8617" y="1622047"/>
            <a:ext cx="8724900" cy="154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57600" y="3488308"/>
            <a:ext cx="7543800" cy="2087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en-US" sz="2200" spc="-10" dirty="0">
                <a:latin typeface="Times New Roman"/>
                <a:cs typeface="Times New Roman"/>
              </a:rPr>
              <a:t>FAYZA KHATOON .A </a:t>
            </a:r>
            <a:r>
              <a:rPr sz="2200" spc="-10" dirty="0">
                <a:latin typeface="Times New Roman"/>
                <a:cs typeface="Times New Roman"/>
              </a:rPr>
              <a:t>(192</a:t>
            </a:r>
            <a:r>
              <a:rPr lang="en-US" sz="2200" spc="-10" dirty="0">
                <a:latin typeface="Times New Roman"/>
                <a:cs typeface="Times New Roman"/>
              </a:rPr>
              <a:t>521286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CSA15</a:t>
            </a:r>
            <a:r>
              <a:rPr lang="en-US" sz="2200" dirty="0">
                <a:latin typeface="Times New Roman"/>
                <a:cs typeface="Times New Roman"/>
              </a:rPr>
              <a:t>11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:CLOUD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COMPUTING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BIG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DATA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ANALYTICS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spc="-10" dirty="0">
                <a:latin typeface="Times New Roman"/>
                <a:cs typeface="Times New Roman"/>
              </a:rPr>
              <a:t>ENGINEERS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Date: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22</a:t>
            </a:r>
            <a:r>
              <a:rPr sz="2200" spc="-10" dirty="0">
                <a:latin typeface="Times New Roman"/>
                <a:cs typeface="Times New Roman"/>
              </a:rPr>
              <a:t>/0</a:t>
            </a:r>
            <a:r>
              <a:rPr lang="en-US" sz="2200" spc="-10" dirty="0">
                <a:latin typeface="Times New Roman"/>
                <a:cs typeface="Times New Roman"/>
              </a:rPr>
              <a:t>7</a:t>
            </a:r>
            <a:r>
              <a:rPr sz="2200" spc="-10" dirty="0">
                <a:latin typeface="Times New Roman"/>
                <a:cs typeface="Times New Roman"/>
              </a:rPr>
              <a:t>/2026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Technical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Presentation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277599" cy="9062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5A042-DAB1-56CD-950A-A8C2E1AA2463}"/>
              </a:ext>
            </a:extLst>
          </p:cNvPr>
          <p:cNvSpPr txBox="1"/>
          <p:nvPr/>
        </p:nvSpPr>
        <p:spPr>
          <a:xfrm>
            <a:off x="1143000" y="1645123"/>
            <a:ext cx="1127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Cloud Security Fundamentals: Protecting Data and Applications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200" y="1534186"/>
            <a:ext cx="30556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Introduction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15901" y="2291715"/>
            <a:ext cx="11709400" cy="370614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Cloud security protects data, applications, and cloud resources.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 It ensures </a:t>
            </a:r>
            <a:r>
              <a:rPr lang="en-IN" sz="2000" b="1" dirty="0"/>
              <a:t>Confidentiality, Integrity, and Availability (CIA)</a:t>
            </a:r>
            <a:r>
              <a:rPr lang="en-IN" sz="2000" dirty="0"/>
              <a:t>. 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It prevents unauthorized access and cyber threats. 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Security follows the </a:t>
            </a:r>
            <a:r>
              <a:rPr lang="en-IN" sz="2000" b="1" dirty="0"/>
              <a:t>Shared Responsibility Model</a:t>
            </a:r>
            <a:r>
              <a:rPr lang="en-IN" sz="2000" dirty="0"/>
              <a:t>.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 Cloud providers secure infrastructure; customers secure data and applications.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000" dirty="0"/>
              <a:t> Common practices include </a:t>
            </a:r>
            <a:r>
              <a:rPr lang="en-IN" sz="2000" b="1" dirty="0"/>
              <a:t>IAM, encryption, MFA, and monitoring</a:t>
            </a:r>
            <a:r>
              <a:rPr lang="en-IN" sz="2000" dirty="0"/>
              <a:t>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What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10" dirty="0">
                <a:latin typeface="Times New Roman"/>
                <a:cs typeface="Times New Roman"/>
              </a:rPr>
              <a:t> Computing?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on-demand</a:t>
            </a:r>
            <a:r>
              <a:rPr sz="2000" spc="-10" dirty="0">
                <a:latin typeface="Times New Roman"/>
                <a:cs typeface="Times New Roman"/>
              </a:rPr>
              <a:t> services.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65365"/>
            <a:ext cx="11658599" cy="90623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4F8329C-DC97-BCC0-99EA-8D8905B4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9" y="1600200"/>
            <a:ext cx="8387517" cy="762000"/>
          </a:xfrm>
        </p:spPr>
        <p:txBody>
          <a:bodyPr/>
          <a:lstStyle/>
          <a:p>
            <a:r>
              <a:rPr lang="en-IN" dirty="0"/>
              <a:t>Types of Cloud Security Threats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9BF17-112A-A53C-8319-D9A16547C147}"/>
              </a:ext>
            </a:extLst>
          </p:cNvPr>
          <p:cNvSpPr txBox="1"/>
          <p:nvPr/>
        </p:nvSpPr>
        <p:spPr>
          <a:xfrm>
            <a:off x="756483" y="2554295"/>
            <a:ext cx="83875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/>
              <a:t>Data Breach</a:t>
            </a:r>
            <a:r>
              <a:rPr lang="en-IN" sz="2400" dirty="0"/>
              <a:t> – Sensitive data is accessed without permission.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/>
              <a:t>Data Loss</a:t>
            </a:r>
            <a:r>
              <a:rPr lang="en-IN" sz="2400" dirty="0"/>
              <a:t> – Important data is deleted or lost.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/>
              <a:t>Malware</a:t>
            </a:r>
            <a:r>
              <a:rPr lang="en-IN" sz="2400" dirty="0"/>
              <a:t> – Harmful software that damages systems or steals data.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/>
              <a:t>Phishing</a:t>
            </a:r>
            <a:r>
              <a:rPr lang="en-IN" sz="2400" dirty="0"/>
              <a:t> – Fake emails or websites that steal passwords.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/>
              <a:t>Weak Passwords</a:t>
            </a:r>
            <a:r>
              <a:rPr lang="en-IN" sz="2400" dirty="0"/>
              <a:t> – Easy-to-guess passwords that attackers can crack.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7000" y="1574672"/>
            <a:ext cx="56121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dirty="0"/>
              <a:t>Cloud Security Principles</a:t>
            </a:r>
            <a:endParaRPr sz="36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506199" cy="906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4458D5-E200-D14C-A38B-19C5F05B1FE5}"/>
              </a:ext>
            </a:extLst>
          </p:cNvPr>
          <p:cNvSpPr txBox="1"/>
          <p:nvPr/>
        </p:nvSpPr>
        <p:spPr>
          <a:xfrm>
            <a:off x="1447800" y="2286000"/>
            <a:ext cx="8458200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Ensures that only authorized users can access sensitive data.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Ensures that data remains accurate, complete, and is not modified without permission.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Ensures that cloud services and data are available whenever users need them.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Verifies the identity of users before allowing them to access cloud resources.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Grants users access only to the resources and actions they are permitted to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467" rIns="0" bIns="0" rtlCol="0">
            <a:spAutoFit/>
          </a:bodyPr>
          <a:lstStyle/>
          <a:p>
            <a:pPr marL="21697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Architecture</a:t>
            </a:r>
            <a:r>
              <a:rPr spc="-12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2EA4DD-20C0-BFB2-011E-FAC27A3E1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470" y="2514600"/>
            <a:ext cx="8325480" cy="4156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95400" y="1502369"/>
            <a:ext cx="771795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dirty="0"/>
              <a:t>Data Protection in Cloud Computing</a:t>
            </a:r>
            <a:endParaRPr sz="36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0972799" cy="906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9F7909-A353-0422-74A4-0D50144B0D88}"/>
              </a:ext>
            </a:extLst>
          </p:cNvPr>
          <p:cNvSpPr txBox="1"/>
          <p:nvPr/>
        </p:nvSpPr>
        <p:spPr>
          <a:xfrm>
            <a:off x="1295400" y="2562024"/>
            <a:ext cx="91440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Protects sensitive data from unauthorized access and cyber threats.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Encrypts data to keep it secure during storage and transmission.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Creates regular backups to prevent data loss.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Restricts data access to authorized users only.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Monitors data continuously to detect suspicious activities.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65365"/>
            <a:ext cx="10591799" cy="906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E7B9B1-DD04-3A61-67E0-7E2375DC7ED4}"/>
              </a:ext>
            </a:extLst>
          </p:cNvPr>
          <p:cNvSpPr txBox="1"/>
          <p:nvPr/>
        </p:nvSpPr>
        <p:spPr>
          <a:xfrm>
            <a:off x="2590800" y="1752600"/>
            <a:ext cx="739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Common Cloud Security Challenges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66752-ED65-F636-DB29-D77D4426EEEA}"/>
              </a:ext>
            </a:extLst>
          </p:cNvPr>
          <p:cNvSpPr txBox="1"/>
          <p:nvPr/>
        </p:nvSpPr>
        <p:spPr>
          <a:xfrm>
            <a:off x="1524000" y="2656821"/>
            <a:ext cx="7696200" cy="4438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Protecting sensitive data from cyber attacks and unauthorized access.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Managing user access and preventing unauthorized account usage.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Preventing data loss caused by accidental deletion or system failures.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Securing cloud applications from malware and security vulnerabilities.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Ensuring proper cloud configuration to avoid security risks.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Meeting security and compliance requirements to protect user information. 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429999" cy="906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CDEFD0-78DE-BEED-D71E-CD94CD150878}"/>
              </a:ext>
            </a:extLst>
          </p:cNvPr>
          <p:cNvSpPr txBox="1"/>
          <p:nvPr/>
        </p:nvSpPr>
        <p:spPr>
          <a:xfrm>
            <a:off x="2286000" y="19050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Importance of Cloud Security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7B890-B80E-0FC6-6113-A05F9E2D61CC}"/>
              </a:ext>
            </a:extLst>
          </p:cNvPr>
          <p:cNvSpPr txBox="1"/>
          <p:nvPr/>
        </p:nvSpPr>
        <p:spPr>
          <a:xfrm>
            <a:off x="1447800" y="2903825"/>
            <a:ext cx="79248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Protects sensitive data from unauthorized access and cyber threats.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Ensures the privacy and confidentiality of user information.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Prevents data loss and service disruptions.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Builds trust between organizations and their customers. Helps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organizations comply with security standards and regulations.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0" y="1601460"/>
            <a:ext cx="68980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135" dirty="0"/>
              <a:t> 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11388256" cy="906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3198F-4D67-7704-F5D1-1A92E245BA7A}"/>
              </a:ext>
            </a:extLst>
          </p:cNvPr>
          <p:cNvSpPr txBox="1"/>
          <p:nvPr/>
        </p:nvSpPr>
        <p:spPr>
          <a:xfrm>
            <a:off x="1143000" y="2438400"/>
            <a:ext cx="8803005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Cloud security is essential for protecting data, applications, and cloud services.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Strong security measures help prevent cyber attacks and unauthorized access.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Following security best practices improves data privacy and reliability.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Effective cloud security enables organizations to use cloud technology with confidence.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dirty="0"/>
              <a:t> Continuous monitoring and regular updates help maintain a secure cloud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5974" y="2623185"/>
            <a:ext cx="676862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latin typeface="Times New Roman"/>
                <a:cs typeface="Times New Roman"/>
              </a:rPr>
              <a:t>Thank</a:t>
            </a:r>
            <a:r>
              <a:rPr sz="8000" b="0" spc="-300" dirty="0">
                <a:latin typeface="Times New Roman"/>
                <a:cs typeface="Times New Roman"/>
              </a:rPr>
              <a:t> </a:t>
            </a:r>
            <a:r>
              <a:rPr sz="8000" b="0" spc="-790" dirty="0">
                <a:latin typeface="Times New Roman"/>
                <a:cs typeface="Times New Roman"/>
              </a:rPr>
              <a:t>Y</a:t>
            </a:r>
            <a:r>
              <a:rPr sz="8000" b="0" spc="10" dirty="0">
                <a:latin typeface="Times New Roman"/>
                <a:cs typeface="Times New Roman"/>
              </a:rPr>
              <a:t>ou</a:t>
            </a:r>
            <a:r>
              <a:rPr lang="en-US" sz="8000" b="0" spc="10" dirty="0">
                <a:latin typeface="Times New Roman"/>
                <a:cs typeface="Times New Roman"/>
              </a:rPr>
              <a:t> </a:t>
            </a:r>
            <a:r>
              <a:rPr lang="en-US" sz="8000" b="0" spc="10" dirty="0">
                <a:latin typeface="Times New Roman"/>
                <a:cs typeface="Times New Roman"/>
                <a:sym typeface="Wingdings" panose="05000000000000000000" pitchFamily="2" charset="2"/>
              </a:rPr>
              <a:t></a:t>
            </a:r>
            <a:endParaRPr sz="8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478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Times New Roman</vt:lpstr>
      <vt:lpstr>Wingdings</vt:lpstr>
      <vt:lpstr>Office Theme</vt:lpstr>
      <vt:lpstr>PowerPoint Presentation</vt:lpstr>
      <vt:lpstr>Introduction</vt:lpstr>
      <vt:lpstr>Types of Cloud Security Threats</vt:lpstr>
      <vt:lpstr>Cloud Security Principles</vt:lpstr>
      <vt:lpstr>Architecture Diagram</vt:lpstr>
      <vt:lpstr>Data Protection in Cloud Computing</vt:lpstr>
      <vt:lpstr>PowerPoint Presentation</vt:lpstr>
      <vt:lpstr>PowerPoint Presentation</vt:lpstr>
      <vt:lpstr>Conclusion 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2.TECHNICAL PRESENTATION sample.pptx</dc:title>
  <dc:creator>Hp</dc:creator>
  <cp:lastModifiedBy>Hp</cp:lastModifiedBy>
  <cp:revision>1</cp:revision>
  <dcterms:created xsi:type="dcterms:W3CDTF">2026-07-22T02:55:15Z</dcterms:created>
  <dcterms:modified xsi:type="dcterms:W3CDTF">2026-07-22T04:19:17Z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2026-07-22T00:00:00Z</vt:filetime>
  </property>
</Properties>
</file>